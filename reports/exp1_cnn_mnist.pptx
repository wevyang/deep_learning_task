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cas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228600"/>
            <a:ext cx="1188720" cy="10698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实验一：手写数字识别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基于卷积神经网络（CNN）的 MNIST 分类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MNIST 手写数字（0–9）进行 10 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数据集：MNIST，共 70,000 张 28×28 灰度图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解决方案：改进版 LeNet——双卷积块 + BatchNorm + Dropout + 全连接分类头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98%）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训练环境：华为云 Tesla T4 GPU，PyTorch 2.2 + AMP 混合精度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99.23%，超过目标要求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数据集介绍：MNIST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来源：Yann LeCun 等人，1998 年发布，深度学习领域标准基准之一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60,000 张 + 测试集 10,000 张，共 10 类数字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图像大小：28×28 像素，单通道灰度，像素值 0–255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本实验切出 10% 训练样本（6,000 张）作为验证集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数据预处理：Normalize(mean=0.1307, std=0.3081)，对齐像素分布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数据增强：训练时不做额外增强（MNIST 本身难度较低，无需增强）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解决方案：网络结构设计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第一卷积块（28×28 → 14×14）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Conv2d(1→32, 3×3, padding=1)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BatchNorm2d(32)  ← 加速收敛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ReLU 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Conv2d(32→32, 3×3, padding=1)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 + ReLU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第二卷积块（14×14 → 7×7）+ 分类头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Conv2d(32→64, 3×3) × 2  +  BN + ReLU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Flatten：(B,64,7,7) → (B,3136)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Linear(3136→256)  +  ReLU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Linear(256→10)  输出 10 类 logits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解决方案：损失函数与优化器设计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损失函数：交叉熵损失 CrossEntropyLoss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内部等价于 Softmax + NLLLoss，数值稳定性好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优化器：AdamW（lr=1e-3，weight_decay=1e-4）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 Adam 额外对权重本身施加 L2 正则，减少过拟合风险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学习率策略：固定学习率，5 个 epoch 足以收敛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混合精度（AMP）：fp16 前向传播，fp32 梯度更新，T4 训练加速约 1.5×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Size：128；每 epoch 保存验证集最优 checkpoint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LeNetMNIST(nn.Module):
    def __init__(self):
        super().__init__()
        self.features = nn.Sequential(
            # 第一卷积块
            nn.Conv2d(1, 32, 3, padding=1), nn.BatchNorm2d(32), nn.ReLU(),
            nn.Conv2d(32, 32, 3, padding=1), nn.BatchNorm2d(32), nn.ReLU(),
            nn.MaxPool2d(2), nn.Dropout2d(0.1),
            # 第二卷积块
            nn.Conv2d(32, 64, 3, padding=1), nn.BatchNorm2d(64), nn.ReLU(),
            nn.Conv2d(64, 64, 3, padding=1), nn.BatchNorm2d(64), nn.ReLU(),
            nn.MaxPool2d(2), nn.Dropout2d(0.2),
        )
        self.classifier = nn.Sequential(
            nn.Flatten(),
            nn.Linear(64*7*7, 256), nn.ReLU(), nn.Dropout(0.3),
            nn.Linear(256, 10),          # 输出 10 个类别的 logit
        )
    def forward(self, x):
        return self.classifier(self.features(x))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BatchNorm 放在 ReLU 前（BN-ReLU 顺序），实践中更稳定。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99.23%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超过 ≥98%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0.0212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测试损失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epoch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3 个 epoch 即达到最优，BatchNorm 对收敛速度提升显著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训练集与验证集准确率差距极小（&lt;0.3%），无过拟合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 在 MNIST 上效果略微提升，作用不如在更大数据集上明显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对比：不加 BatchNorm 的 LeNet，相同 epoch 下准确率约 98.5%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本实验在 LeNet 基础上引入 BatchNorm 和 Dropout，最终测试准确率达 99.23%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BatchNorm 加速收敛且提升泛化，是现代 CNN 的标配组件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AdamW + AMP 的组合使训练在 GPU 上高效完成，3 epoch 即收敛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不足：MNIST 难度偏低，模型在真实场景噪声下鲁棒性待验证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改进方向①：加入数据增强（随机旋转、仿射变换）提升噪声鲁棒性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改进方向②：用 ResNet / EfficientNet 迁移学习，可轻松超过 99.5%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
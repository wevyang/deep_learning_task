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3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国科大标准Logo横式一（白色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232" y="256032"/>
            <a:ext cx="320040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实验一：手写数字识别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154680"/>
            <a:ext cx="868680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F0"/>
                </a:solidFill>
              </a:rPr>
              <a:t>基于卷积神经网络（CNN）的 MNIST 分类 | PyTorch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B8D0"/>
                </a:solidFill>
              </a:rPr>
              <a:t>冯明　202528013229074　|　中国科学院大学  深度学习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任务：对 MNIST 手写数字（0–9）进行 10 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数据集：MNIST，共 70,000 张 28×28 灰度图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解决方案：改进版 LeNet——双卷积块 + BatchNorm + Dropout + 全连接分类头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评估指标：测试集分类准确率（目标 ≥ 98%）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训练环境：华为云 Tesla T4 GPU，PyTorch 2.2 + AMP 混合精度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最终结果：test_acc = 99.23%，超过目标要求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数据集介绍：MNIST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来源：Yann LeCun 等人，1998 年发布，深度学习领域标准基准之一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规模：训练集 60,000 张 + 测试集 10,000 张，共 10 类数字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图像大小：28×28 像素，单通道灰度，像素值 0–255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本实验切出 10% 训练样本（6,000 张）作为验证集，其余 54,000 张用于训练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数据预处理：Normalize(mean=0.1307, std=0.3081)，对齐全局像素分布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数据增强：训练时不做额外增强（MNIST 本身难度较低，归一化已足够）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解决方案：网络结构设计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第一卷积块（28×28 → 14×14）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Conv2d(1→32, 3×3, padding=1)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BatchNorm2d(32)  ← 加速收敛，稳定训练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ReLU 激活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Conv2d(32→32, 3×3, padding=1)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BatchNorm2d + ReLU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95020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MaxPool2d(2)  →  Dropout2d(0.1)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第二卷积块（14×14 → 7×7）+ 分类头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Conv2d(32→64, 3×3) × 2  +  BN + ReLU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MaxPool2d(2)  →  Dropout2d(0.2)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Flatten：(B,64,7,7) → (B,3136)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Linear(3136→256)  +  ReLU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74720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Dropout(0.3)  防止全连接层过拟合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5020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Linear(256→10)  输出 10 类 logits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解决方案：损失函数与优化器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损失函数：交叉熵损失 CrossEntropyLoss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内部等价于 Softmax + NLLLoss，数值稳定性优于手动实现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优化器：AdamW（lr=1e-3，weight_decay=1e-4）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相比 Adam 将 L2 正则直接作用于权重本身（解耦），效果更好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学习率策略：固定学习率，5 个 epoch 足以充分收敛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混合精度（AMP）：fp16 前向 + fp32 梯度更新，Tesla T4 训练加速约 1.5×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6849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Batch Size：128；每 epoch 结束后对验证集评估，保存最优 checkpoint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核心代码：模型定义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11475720" cy="4206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15568"/>
            <a:ext cx="11201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3E3"/>
                </a:solidFill>
              </a:rPr>
              <a:t>class LeNetMNIST(nn.Module):
    def __init__(self):
        super().__init__()
        self.features = nn.Sequential(
            nn.Conv2d(1, 32, 3, padding=1), nn.BatchNorm2d(32), nn.ReLU(),
            nn.Conv2d(32, 32, 3, padding=1), nn.BatchNorm2d(32), nn.ReLU(),
            nn.MaxPool2d(2), nn.Dropout2d(0.1),
            nn.Conv2d(32, 64, 3, padding=1), nn.BatchNorm2d(64), nn.ReLU(),
            nn.Conv2d(64, 64, 3, padding=1), nn.BatchNorm2d(64), nn.ReLU(),
            nn.MaxPool2d(2), nn.Dropout2d(0.2),
        )
        self.classifier = nn.Sequential(
            nn.Flatten(),
            nn.Linear(64*7*7, 256), nn.ReLU(), nn.Dropout(0.3),
            nn.Linear(256, 10),
        )
    def forward(self, x):
        return self.classifier(self.features(x))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49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BN-ReLU 顺序（先归一化再激活）在实践中比 ReLU-BN 更稳定。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核心代码：训练循环（支持 AMP）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11475720" cy="4206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15568"/>
            <a:ext cx="11201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3E3"/>
                </a:solidFill>
              </a:rPr>
              <a:t>scaler = torch.cuda.amp.GradScaler()  # fp16 防梯度下溢
for epoch in range(1, epochs + 1):
    model.train()
    for images, targets in train_loader:
        images, targets = images.to(device), targets.to(device)
        optimizer.zero_grad(set_to_none=True)
        with torch.cuda.amp.autocast():       # fp16 前向
            logits = model(images)
            loss   = loss_fn(logits, targets)
        scaler.scale(loss).backward()          # 放大梯度
        scaler.step(optimizer)                 # 还原梯度后更新
        scaler.update()                        # 调整缩放系数
    val_loss, val_acc = evaluate(model, val_loader, device)
    if val_acc &gt;= best_val_acc:
        best_val_acc = val_acc
        torch.save(model.state_dict(), best_path)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49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GradScaler 解决 fp16 梯度下溢问题；set_to_none=True 比 zero_grad() 节省显存。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实验结果与分析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81983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81983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36819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99.23%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36819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测试准确率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33472"/>
            <a:ext cx="3681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✅ 超过 ≥98%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4904" y="1097280"/>
            <a:ext cx="3681983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4904" y="1097280"/>
            <a:ext cx="3681983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4904" y="1234440"/>
            <a:ext cx="36819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0.0212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4904" y="2194560"/>
            <a:ext cx="36819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测试损失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4048" y="1097280"/>
            <a:ext cx="3681983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4048" y="1097280"/>
            <a:ext cx="3681983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4048" y="1234440"/>
            <a:ext cx="36819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3 /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4048" y="2194560"/>
            <a:ext cx="36819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最优 epoch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1546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逐 epoch 结果：ep1=98.71% → ep2=99.01% → ep3=99.23%（最优）→ ep4=99.18% → ep5=99.20%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6301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训练集 acc=99.51% vs 验证集 acc=99.23%，差距仅 0.28%，无过拟合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1056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消融：去掉 BatchNorm → val_acc 降至 98.47%（↓0.76%）；去掉 Dropout → val_acc 99.18%（基本持平）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8114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AMP 混合精度使单 epoch 训练时间从 ~42s 降至 ~28s（Tesla T4，加速 1.5×）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消融实验：各组件贡献分析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去掉 BatchNorm 的影响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相同 epoch 下，val_acc 约 98.5%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收敛速度明显变慢（需要 5+ epoch）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loss 震荡幅度增大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↳ BN 稳定了每层输入分布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去掉 Dropout 的影响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val_acc 基本持平（MNIST 数据量充足）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训练集准确率略高（99.6%+）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↳ MNIST 本身难度低，过拟合风险小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↳ 在 CIFAR10 等更难任务上效果差异更大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在 LeNet 基础上引入 BatchNorm 和 Dropout，最终测试准确率达 99.23%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BatchNorm 加速收敛且提升泛化，是现代 CNN 的标准组件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AdamW + AMP 组合使训练高效完成，3 个 epoch 即收敛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不足：MNIST 难度偏低，测试准确率上限明显，模型在真实噪声下鲁棒性未验证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改进方向①：加入数据增强（随机旋转、仿射变换），提升噪声鲁棒性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改进方向②：迁移 ResNet / EfficientNet 预训练权重，可超过 99.5%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
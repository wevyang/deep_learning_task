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实验一：手写数字识别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</a:rPr>
              <a:t>基于卷积神经网络（CNN）的 MNIST 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华为云 Tesla T4 · PyTorch 2.2 · 2026-05-17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实验目的与要求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掌握卷积神经网络（CNN）基本原理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掌握 PyTorch 构建 CNN 的基本操作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了解 PyTorch 在 GPU 上的使用方法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在 MNIST 数据集上训练，实现测试准确率 ≥ 98%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数据集介绍：MNIST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手写数字 0–9，共 10 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训练集：60,000 张灰度图（28×28）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测试集：10,000 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使用 torchvision.datasets.MNIST 自动下载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训练时切出 10% 作为验证集（6,000 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数据标准化：mean=0.1307, std=0.3081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模型结构：改进版 LeNet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第一卷积块（28×28→14×14）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Conv2d(1→32, 3×3, pad=1)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214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BatchNorm2d(32)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ReLU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7238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Conv2d(32→32, 3×3, pad=1)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478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BatchNorm2d + 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MaxPool2d(2) + Dropout2d(0.1)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第二卷积块（14×14→7×7）+ 分类头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Conv2d(32→64, 3×3, pad=1) ×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BatchNorm2d + ReLU ×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968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MaxPool2d(2) + Dropout2d(0.2)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07238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Flatten → Linear(3136→256)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54787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ReLU + Dropout(0.3)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Linear(256→10)  输出 logits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训练方案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损失函数：CrossEntropyLoss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优化器：AdamW（lr=1e-3，weight_decay=1e-4）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Batch Size：128；Epochs：5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混合精度（AMP）：fp16 前向，fp32 梯度更新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设备：华为云 Tesla T4 16GB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保存验证集最优 checkpoint（best.pt）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99.23%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测试准确率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28016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63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0.0212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68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测试损失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280160"/>
            <a:ext cx="36576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4630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✅ 达标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目标（≥98%）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• 3 epoch 即超过目标，BatchNorm 显著加速收敛
• 每轮 val_acc 持续提升，无明显过拟合
• AMP 在 T4 上将训练速度提升约 1.5×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核心代码：模型定义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D4D4"/>
                </a:solidFill>
              </a:rPr>
              <a:t>class LeNetMNIST(nn.Module):
    def __init__(self):
        super().__init__()
        self.features = nn.Sequential(
            nn.Conv2d(1, 32, 3, padding=1), nn.BatchNorm2d(32), nn.ReLU(),
            nn.Conv2d(32, 32, 3, padding=1), nn.BatchNorm2d(32), nn.ReLU(),
            nn.MaxPool2d(2), nn.Dropout2d(0.1),
            nn.Conv2d(32, 64, 3, padding=1), nn.BatchNorm2d(64), nn.ReLU(),
            nn.Conv2d(64, 64, 3, padding=1), nn.BatchNorm2d(64), nn.ReLU(),
            nn.MaxPool2d(2), nn.Dropout2d(0.2),
        )
        self.classifier = nn.Sequential(
            nn.Flatten(),
            nn.Linear(64*7*7, 256), nn.ReLU(), nn.Dropout(0.3),
            nn.Linear(256, 10),
        )
    def forward(self, x):
        return self.classifier(self.features(x))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✅ 测试准确率 99.23%，超过 ≥98% 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BatchNorm + Dropout 的组合有效提升泛化性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AdamW 优化器收敛快，5 epoch 即达最优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AMP 混合精度加速训练，不损失精度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改进方向：数据增强（随机旋转/仿射）可进一步提升鲁棒性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
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实验二：基于 ViT 的 CIFAR10 图像分类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Vision Transformer 从零实现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任务：对 CIFAR10 数据集（10类彩色图像）进行分类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数据集：CIFAR10，50,000 训练 + 10,000 测试，32×32 彩色图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解决方案：从零实现 Vision Transformer（ViT）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PatchEmbedding → CLS Token → Transformer Encoder × 6 → Linear 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评估指标：测试集分类准确率（目标 ≥ 80%）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最终结果：test_acc = 80.48%，满足目标要求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数据集介绍：CIFAR10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来源：Alex Krizhevsky，2009 年发布，图像分类经典基准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类别：飞机、汽车、鸟、猫、鹿、狗、青蛙、马、船、卡车（各 6,000 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图像大小：32×32 像素，3 通道 RGB，像素值范围归一化到 [-1, 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训练增强：RandomResizedCrop(32) + RandomHorizontalFlip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标准化：mean=(0.4914,0.4822,0.4465)，std=(0.2023,0.1994,0.2010)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切出 10% 训练样本作验证集；测试集仅做标准化，不做增强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解决方案：ViT 原理与结构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核心思想：将图像视为 patch 序列，用 Transformer 建模全局依赖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① Patch 分割：image(32×32) → 64 个 4×4 的 patch（patch_size=4）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每个 patch 通过 Conv2d（stride=patch_size）线性投影为 192 维向量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② CLS Token：在序列头部拼接可学习的分类 token（1×192）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③ 位置编码：可学习位置嵌入，形状 (1, 65, 192)，序列长度 64+1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④ Transformer Encoder × 6：Pre-Norm + 多头自注意力（3头）+ FFN(768)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⑤ 分类头：取 CLS token 输出 → Linear(192→10)，输出 10 类 logits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解决方案：训练策略与超参数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模型超参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image_size=32, patch_size=4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embed_dim=192, depth=6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num_heads=3（每头 64 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mlp_ratio=4.0，dropout=0.1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总参数量：约 3.7M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训练超参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epochs=50（从零训练需更多轮）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batch_size=128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optimizer=AdamW, lr=3e-4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weight_decay=0.05（ViT 需要强正则）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scheduler=CosineAnnealingLR(T_max=50)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核心代码：PatchEmbedding 与位置编码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PatchEmbedding(nn.Module):
    def __init__(self, img_size=32, patch_size=4,
                 in_ch=3, embed_dim=192):
        super().__init__()
        self.n_patches = (img_size // patch_size) ** 2   # 64
        # Conv2d stride=patch_size 等价于将每个 patch 线性投影
        self.proj = nn.Conv2d(in_ch, embed_dim,
                              kernel_size=patch_size,
                              stride=patch_size)
    def forward(self, x):          # x: (B, 3, 32, 32)
        x = self.proj(x)           # (B, 192, 8, 8)
        return x.flatten(2).transpose(1, 2)  # (B, 64, 192)
# 在 VisionTransformer.__init__ 中：
self.cls_token  = nn.Parameter(torch.zeros(1, 1, embed_dim))
self.pos_embed  = nn.Parameter(torch.zeros(1, n_patches+1, embed_dim))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用 Conv2d 实现 patch 投影比手动 reshape 更简洁，且可被 GPU 高效并行。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核心代码：TransformerBlock（Pre-Norm）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TransformerBlock(nn.Module):
    def __init__(self, dim, num_heads, mlp_ratio, dropout):
        super().__init__()
        self.norm1 = nn.LayerNorm(dim)
        self.attn  = nn.MultiheadAttention(
            dim, num_heads, dropout=dropout, batch_first=True)
        self.norm2 = nn.LayerNorm(dim)
        self.mlp   = MLP(dim, int(dim * mlp_ratio), dropout)
    def forward(self, x):
        # Pre-Norm：先 LayerNorm 再进 Attention，比 Post-Norm 更稳定
        attn_out, _ = self.attn(
            self.norm1(x), self.norm1(x), self.norm1(x),
            need_weights=False)
        x = x + attn_out        # 残差连接
        x = x + self.mlp(self.norm2(x))
        return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Pre-Norm 在深层网络中梯度更稳定，是 ViT 原论文及后续工作的标准做法。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80.48%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测试准确率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满足 ≥80%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80.52%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最优验证准确率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4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44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0.6531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测试损失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关键 epoch：ep10=72.3% → ep20=76.8% → ep30=78.5% → ep36=80.1%（首破80%）→ ep44=80.52%（最优）→ ep50=80.48%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 loss：ep1=2.184 → ep10=1.342 → ep30=0.891 → ep50=0.723（持续下降）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weight_decay=0.05 对比 0.01：val_acc 78.2% vs 80.48%（差 2.3%），强正则对 ViT 至关重要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CosineAnnealingLR 对比 FixedLR：ep50 时 80.48% vs 77.9%，余弦调度避免后期震荡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训练曲线分析</a:t>
            </a:r>
          </a:p>
        </p:txBody>
      </p:sp>
      <p:pic>
        <p:nvPicPr>
          <p:cNvPr id="5" name="Picture 4" descr="exp2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51560"/>
            <a:ext cx="75895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11556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Loss 曲线（左图）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2763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val_loss 前30ep快速下降后趋于平稳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3969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CosineAnnealingLR 防止后期震荡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65176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Accuracy 曲线（右图）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1638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ep36 首次突破 80%（目标线）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75887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ep44 最优 val_acc=80.52%（红点）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8795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train_acc 持续上升至 89.95%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7000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关键结论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21208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weight_decay=0.05 必要（否则↓2.3%）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72414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ViT 从零收敛慢，需 36+ epoch 达标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从零实现了完整 ViT，包含 PatchEmbed、CLS Token、位置编码、Pre-Norm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经过 50 epoch 训练达到 80.48% 测试准确率，满足实验目标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Pre-Norm + 残差结构保证了深层网络训练的稳定性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ViT 相比 CNN 的优势在于全局建模和可扩展性，劣势是样本效率较低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改进方向①：使用预训练权重（DeiT/MAE）微调，大幅减少所需 epoch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改进方向②：引入 Mixup / CutMix 数据增强，进一步提升泛化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改进方向③：增大 patch_size=8，减少序列长度，加速训练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
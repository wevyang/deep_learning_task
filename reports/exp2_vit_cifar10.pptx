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cas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228600"/>
            <a:ext cx="1188720" cy="10698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实验二：基于 ViT 的 CIFAR10 图像分类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Vision Transformer 从零实现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WevYang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任务：对 CIFAR10 数据集（10类彩色图像）进行分类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数据集：CIFAR10，50,000 训练 + 10,000 测试，32×32 彩色图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解决方案：从零实现 Vision Transformer（ViT）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PatchEmbedding → CLS Token → Transformer Encoder × 6 → Linear 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评估指标：测试集分类准确率（目标 ≥ 80%）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最终结果：test_acc = 80.48%，满足目标要求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数据集介绍：CIFAR10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来源：Alex Krizhevsky，2009 年发布，图像分类经典基准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类别：飞机、汽车、鸟、猫、鹿、狗、青蛙、马、船、卡车（各 6,000 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图像大小：32×32 像素，3 通道 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训练增强：RandomResizedCrop(32) + RandomHorizontalFlip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标准化：mean=(0.4914,0.4822,0.4465)，std=(0.2023,0.1994,0.2010)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切出 10% 训练样本作验证集；测试集不做增强，仅做标准化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解决方案：ViT 原理与结构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核心思想：将图像视为 patch 序列，用 Transformer 建模全局依赖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① Patch 分割：image(32×32) → 64 个 4×4 的 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每个 patch 通过 Conv2d（stride=patch_size）线性投影为 192 维向量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② CLS Token：在序列头部拼接可学习的分类 token（1×192）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③ 位置编码：可学习位置嵌入，形状 (1, 65, 192)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④ Transformer Encoder × 6：Pre-Norm + 多头自注意力（3头）+ FFN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每个 Block：x = x + Attn(LN(x))；x = x + FFN(LN(x))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4398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⑤ 分类头：取 CLS token 位置输出 → Linear(192→10)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解决方案：训练策略与超参数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模型超参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image_size=32, patch_size=4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embed_dim=192, depth=6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num_heads=3, mlp_ratio=4.0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dropout=0.1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总参数量：约 3.7M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训练超参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epochs=50（从零训练需要更多轮）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batch_size=128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optimizer=AdamW, lr=3e-4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weight_decay=0.05（ViT 需要强正则）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scheduler=CosineAnnealingLR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核心代码：TransformerBlock（Pre-Norm）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TransformerBlock(nn.Module):
    def __init__(self, dim, num_heads, mlp_ratio, dropout):
        super().__init__()
        self.norm1 = nn.LayerNorm(dim)
        self.attn  = nn.MultiheadAttention(
            dim, num_heads, dropout=dropout, batch_first=True)
        self.norm2 = nn.LayerNorm(dim)
        self.mlp   = MLP(dim, int(dim * mlp_ratio), dropout)
    def forward(self, x):
        # Pre-Norm 形式：先做 LayerNorm 再进 Attention，训练更稳定
        attn_out, _ = self.attn(
            self.norm1(x), self.norm1(x), self.norm1(x),
            need_weights=False)
        x = x + attn_out        # 残差连接
        x = x + self.mlp(self.norm2(x))
        return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Pre-Norm 相比 Post-Norm 在深层网络中梯度更稳定，是 ViT 的标准做法。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80.48%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测试准确率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满足 ≥80%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80.52%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最优验证准确率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4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44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epoch 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突破 80% 时间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从零训练 ViT 收敛较慢——缺乏图像归纳偏置（平移不变性）是主因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CosineAnnealingLR 在训练后期有效抑制振荡，是最终达标的关键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weight_decay=0.05 比常规设置大，对 Transformer 类模型泛化很重要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对比：使用 ImageNet 预训练权重微调，同模型可达 95%+（迁移学习优势）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从零实现了完整 ViT，包含 PatchEmbed、CLS Token、位置编码、TransformerBlock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经过 50 epoch 训练达到 80.48% 测试准确率，满足实验要求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Pre-Norm + 残差结构保证了深层网络训练的稳定性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ViT 相比 CNN 的优势在于全局建模能力，劣势是样本效率较低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改进方向①：使用预训练权重（DeiT/MAE）微调，大幅减少所需 epoch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改进方向②：引入 Mixup / CutMix 数据增强，进一步提升泛化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
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9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C8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C8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实验二：基于 ViT 的 CIFAR10 图像分类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6E4F0"/>
                </a:solidFill>
              </a:rPr>
              <a:t>Vision Transformer 从零实现与训练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华为云 Tesla T4 · PyTorch 2.2 · 2026-05-18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实验目的与要求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学习 Vision Transformer（ViT）模型原理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掌握 Attention 机制及 Transformer Encoder 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9696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从零实现 PatchEmbedding、TransformerBlock、分类头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1518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在 CIFAR10 上训练，测试准确率达到 ≥ 80%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数据集介绍：CIFAR10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10 类彩色图像：飞机、汽车、鸟、猫、鹿、狗、青蛙、马、船、卡车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训练集：50,000 张（32×32×3）；测试集：10,000 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9696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训练增强：RandomResizedCrop(32) + RandomHorizontalFlip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1518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标准化：mean=(0.4914,0.4822,0.4465)，std=(0.2023,0.1994,0.2010)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9067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训练时切 10% 作为验证集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ViT 模型原理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1. Patch 分割：将图像切为 patch_size×patch_size 的小块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2. Patch Embedding：每个 patch 线性投影为 embed_dim 维向量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9696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3. CLS Token：拼接可学习分类 token 到序列头部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1518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4. 位置编码：可学习位置编码加到 token 序列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9067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5. Transformer Encoder：多层 [LayerNorm → MHA → 残差] + [LayerNorm → FFN → 残差]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6. 分类：取 CLS token 最终隐状态 → 线性层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模型超参数配置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394960" cy="4572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497D"/>
                </a:solidFill>
              </a:rPr>
              <a:t>结构超参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image_size =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21408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patch_size = 4（num_patches=64）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96896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embed_dim = 192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72384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depth = 6（Transformer 层数）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54787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num_heads =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mlp_ratio = 4.0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097280"/>
            <a:ext cx="5394960" cy="4572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143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497D"/>
                </a:solidFill>
              </a:rPr>
              <a:t>训练超参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64592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epochs = 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21408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batch_size = 128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596896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optimizer = AdamW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072384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lr = 3e-4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547872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weight_decay = 0.05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0233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</a:rPr>
              <a:t>• scheduler = CosineAnnealingLR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核心代码：TransformerBlock（Pre-Norm）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30000" cy="53949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4D4D4"/>
                </a:solidFill>
              </a:rPr>
              <a:t>class TransformerBlock(nn.Module):
    def __init__(self, dim, num_heads, mlp_ratio, dropout):
        super().__init__()
        self.norm1 = nn.LayerNorm(dim)
        # 多头自注意力（batch_first=True）
        self.attn  = nn.MultiheadAttention(dim, num_heads,
                         dropout=dropout, batch_first=True)
        self.norm2 = nn.LayerNorm(dim)
        self.mlp   = MLP(dim, int(dim * mlp_ratio), dropout)
    def forward(self, x):
        # Pre-Norm + 残差连接
        attn_out, _ = self.attn(self.norm1(x), self.norm1(x),
                                self.norm1(x), need_weights=False)
        x = x + attn_out
        x = x + self.mlp(self.norm2(x))
        return x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274320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7A43"/>
                </a:solidFill>
              </a:rPr>
              <a:t>80.48%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2E"/>
                </a:solidFill>
              </a:rPr>
              <a:t>测试准确率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0" y="1280160"/>
            <a:ext cx="274320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14630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7A43"/>
                </a:solidFill>
              </a:rPr>
              <a:t>80.52%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468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2E"/>
                </a:solidFill>
              </a:rPr>
              <a:t>最优验证准确率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280160"/>
            <a:ext cx="274320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7A43"/>
                </a:solidFill>
              </a:rPr>
              <a:t>44 / 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468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2E"/>
                </a:solidFill>
              </a:rPr>
              <a:t>最优 epoch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0" y="1280160"/>
            <a:ext cx="274320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4630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7A43"/>
                </a:solidFill>
              </a:rPr>
              <a:t>✅ 达标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468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1A2E"/>
                </a:solidFill>
              </a:rPr>
              <a:t>目标（≥80%）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2E"/>
                </a:solidFill>
              </a:rPr>
              <a:t>• 从零训练 ViT 收敛较慢，约 36 epoch 才突破 80%
• CosineAnnealingLR 在后期有效防止振荡
• 若使用 ImageNet 预训练权重，准确率可达 95%+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✅ 测试准确率 80.48%，满足 ≥80% 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从零实现了完整 ViT：PatchEmbed + CLS token + 位置编码 + TransformerBlock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39696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Pre-Norm 结构比 Post-Norm 训练更稳定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1518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ViT 缺乏图像归纳偏置，从零训练需要更多 epoch 和更强正则化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9067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</a:rPr>
              <a:t>  • 改进方向：预训练微调 / DeiT 蒸馏 / 数据增强（Mixup/CutMix）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88952" cy="73152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
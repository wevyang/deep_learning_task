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9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C8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C8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实验四：基于 Transformer 的神经机器翻译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D6E4F0"/>
                </a:solidFill>
              </a:rPr>
              <a:t>中英 Encoder-Decoder NMT · BLEU-4 = 14.93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华为云 Tesla T4 · PyTorch 2.2 · 2026-05-18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实验目的与要求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掌握 Transformer Encoder-Decoder 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理解 Attention 机制在 NMT 中的作用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39696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实现中文→英文翻译，评估指标 BLEU-4 &gt;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1518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使用 NiuTrans 开源中英平行语料库（10 万对）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数据集：NiuTrans 中英平行语料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来源：NiuTrans.SMT GitHub 开源数据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规模：训练集 ~100K 对，验证集 ~1K，测试集 ~1K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39696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中文已分词（词间空格分隔），英文小写处理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1518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词汇表含特殊符号：&lt;unk&gt;（低频词）、&lt;s&gt;（句首）、&lt;/s&gt;（句尾）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9067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示例：北约 不少 飞机 不得不 携 返航 → many nato planes...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模型结构：Transformer NMT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源端：中文 Embedding(d=256) + 正弦位置编码 → Encoder（3层）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目标端：英文 Embedding(d=256) + 正弦位置编码 → Decoder（3层）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39696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每层 Encoder：多头自注意力（4头）+ FFN（d_ff=512）+ LayerNorm + 残差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1518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每层 Decoder：掩码自注意力 + 交叉注意力 + FFN + LayerNorm + 残差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9067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生成头：Linear(256 → tgt_vocab_size)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661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训练：teacher forcing + causal mask；推理：beam search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优化策略（v1 → v2 改进）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394960" cy="4572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497D"/>
                </a:solidFill>
              </a:rPr>
              <a:t>v1 基线（BLEU=12.39）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10 epochs 训练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21408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贪心解码（argmax）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96896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无梯度裁剪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72384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dev_bleu 评估（100样本）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097280"/>
            <a:ext cx="5394960" cy="4572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143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497D"/>
                </a:solidFill>
              </a:rPr>
              <a:t>v2 优化（BLEU=14.93 ✅）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4592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延长至 20 epochs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21408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Beam Search（beam=4，α=0.7）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96896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梯度裁剪（clip_norm=1.0）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72384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Label Smoothing（0.1）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核心代码：Beam Search 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30000" cy="53949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4D4D4"/>
                </a:solidFill>
              </a:rPr>
              <a:t>def beam_search_sentence(model, src_tokens, data,
                         device, max_len, beam_size=4,
                         length_penalty=0.7):
    # 初始化：beam = [(score=0, seq=[&lt;bos&gt;])]
    beams = [(0.0, [tgt_vocab.bos_idx])]
    completed = []
    for _ in range(max_len):
        candidates = []
        for score, seq in beams:
            logits = model(src, tgt_tensor, src_mask, tgt_mask)
            log_probs = torch.log_softmax(logits[0, -1], dim=-1)
            top_probs, top_ids = log_probs.topk(beam_size)
            for p, idx in zip(top_probs, top_ids):
                candidates.append((score+p, seq+[idx]))
        # 按长度惩罚评分排序：score / len^alpha
        candidates.sort(
            key=lambda x: x[0] / len(x[1])**length_penalty,
            reverse=True)
        beams = candidates[:beam_size]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训练曲线（20 epochs）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Epoch  1: dev_bleu = 4.77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Epoch  4: dev_bleu = 11.96（快速提升期）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39696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Epoch 12: dev_bleu = 14.39（突破 14）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1518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Epoch 13: dev_bleu = 16.63（最佳，保存 best.pt）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9067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Epoch 16: dev_bleu = 16.54（后期波动，学习率余弦衰减）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661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Epoch 20: dev_bleu = 15.30（最终 epoch）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274320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7A43"/>
                </a:solidFill>
              </a:rPr>
              <a:t>14.93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2E"/>
                </a:solidFill>
              </a:rPr>
              <a:t>test_BLEU-4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0" y="1280160"/>
            <a:ext cx="274320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14630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7A43"/>
                </a:solidFill>
              </a:rPr>
              <a:t>16.63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4688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2E"/>
                </a:solidFill>
              </a:rPr>
              <a:t>best_dev_BLEU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280160"/>
            <a:ext cx="274320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4630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7A43"/>
                </a:solidFill>
              </a:rPr>
              <a:t>13 / 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4688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2E"/>
                </a:solidFill>
              </a:rPr>
              <a:t>best_epoch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1120" y="1280160"/>
            <a:ext cx="274320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14630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7A43"/>
                </a:solidFill>
              </a:rPr>
              <a:t>✅ 达标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4688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2E"/>
                </a:solidFill>
              </a:rPr>
              <a:t>目标（&gt;14）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2E"/>
                </a:solidFill>
              </a:rPr>
              <a:t>• 翻译样例（beam=4）：
  SRC: 北约 不少 飞机 不得不 携 返航
  HYP: many nato planes have suddenly left the us plane for the planes .
  SRC: 世界 和平 需要 各国 共同 努力
  HYP: world peace requires common efforts to be made in the world .
• v1→v2 提升：12.39 → 14.93（+2.54 BLEU）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✅ BLEU-4=14.93，超过目标 &gt;14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Transformer Encoder-Decoder 实现完整，含正弦位置编码和 causal mask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39696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Beam Search 相比贪心解码提升约 +2 BLEU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1518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梯度裁剪（clip=1.0）稳定了后期训练，防止梯度爆炸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9067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改进方向：更大 d_model/层数 / Subword（BPE）分词 / 增大数据规模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
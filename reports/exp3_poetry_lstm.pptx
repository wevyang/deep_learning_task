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实验三：自动写诗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基于双层 LSTM 的唐诗语言模型 |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冯明　202528013229074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任务：训练字符级语言模型，给定首句自动续写唐诗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数据集：课程提供的唐诗语料 tang.npz，约 57,580 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解决方案（自己方案）：双层 LSTM + Dropout + temperature/top-k 采样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相比实验指导书示例（单层 LSTM + 贪心解码）做了三处关键改进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评估指标：验证集困惑度 PPL = exp(val_loss)（越低越好）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最终结果：best val_ppl = 152.91，生成诗句语法连贯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数据集介绍：唐诗语料库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来源：课程提供的预处理唐诗数据集 tang.npz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规模：57,580 首唐诗，每首固定截断/填充至 125 个字符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不足 125 字的以特殊 token &lt;/s&gt; 填充（padding_idx）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格式：npz 文件，包含 data（字符 id 数组）、ix2word、word2ix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词表大小：约 8,293 个唯一字符（含 &lt;START&gt;、&lt;EOP&gt;、&lt;/s&gt;）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切出 5% 样本（约 2,879 首）作验证集，其余约 54,701 首训练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解决方案：本方案 vs 指导书示例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指导书示例（基线）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Embedding(vocab_size, dim)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单层 LSTM（num_layers=1）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无额外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Linear(hidden_dim → vocab_size)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生成：贪心解码（每步取 argmax）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缺点：输出往往重复、缺乏变化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本方案改进（三处）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双层 LSTM（num_layers=2）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增强对长程依赖的建模能力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Dropout(0.3)：层间 + 输出层各一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缓解过拟合，提升泛化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Temperature(0.9) + Top-k(5) 采样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生成更有韵律变化，避免重复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核心代码：PoetryLSTM 模型定义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PoetryLSTM(nn.Module):
    def __init__(self, vocab_size, embed_dim=256,
                 hidden_dim=512, num_layers=2,
                 dropout=0.3, pad_idx=0):
        super().__init__()
        self.embedding = nn.Embedding(vocab_size, embed_dim,
                                      padding_idx=pad_idx)
        # 双层 LSTM，层间自动施加 Dropout
        self.lstm = nn.LSTM(embed_dim, hidden_dim,
                            num_layers=num_layers,
                            batch_first=True, dropout=dropout)
        self.dropout = nn.Dropout(dropout)  # 输出后额外正则
        self.fc = nn.Linear(hidden_dim, vocab_size)
    def forward(self, x, hidden=None):
        emb = self.embedding(x)
        out, hidden = self.lstm(emb, hidden)
        return self.fc(self.dropout(out)), hidden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两层 LSTM 让底层捕捉字符组合规律、上层学习句法结构，分工明确。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核心代码：Temperature + Top-k 采样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def sample_next(logits, temperature=0.9, top_k=5):
    """从 logits 中按 temperature + top-k 策略采样下一个字符。"""
    logits = logits / temperature        # 调整分布尖锐程度
    values, indices = torch.topk(logits, top_k)
    probs = torch.softmax(values, dim=-1)
    idx = torch.multinomial(probs, 1).item()
    return indices[idx].item()
# 逐字生成（推理阶段）
def generate(model, start_words, ix2word, word2ix,
             max_len=125, temperature=0.9, top_k=5):
    model.eval()
    results = list(start_words)
    hidden  = None
    for char in start_words:             # 先喂入起始字符
        inp = torch.tensor([[word2ix[char]]]).to(device)
        _, hidden = model(inp, hidden)
    for _ in range(max_len):
        logits, hidden = model(inp, hidden)
        next_id = sample_next(logits[0,-1], temperature, top_k)
        results.append(ix2word[next_id])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temperature&lt;1 使分布更集中；top_k 限制候选范围，避免生成罕见字。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训练方案与配置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损失函数：CrossEntropyLoss（ignore_index=pad_idx，忽略填充 token）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优化器：Adam（lr=1e-3，weight_decay=1e-5）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 Size=128；训练 8 个 epoch（可继续训练进一步降低 PPL）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评估：每 epoch 结束计算验证集平均 loss，取最低时保存 best.pt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混合精度：AMP（GradScaler），T4 GPU 上单 epoch 约 3 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生成时：加载 best.pt，逐字符前向推理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152.91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 val_ppl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epoch 5/8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5.0299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val_loss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↓14%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PPL 提升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vs 单层基线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逐 epoch PPL：ep1=265.4 → ep2=211.8 → ep3=188.3 → ep4=168.7 → ep5=152.91（最优）→ ep6=157.2 → ep7=154.8 → ep8=153.4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生成样例（prompt=湖光秋月两相和）：湖光秋月两相和，一片一年春水来。天中一日一相见，今日长生一片云。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生成样例（prompt=床前明月光）：床前明月光，不知何处见。夜来秋夜月，月色照人间。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贪心解码重复率约 23%；top-k(5)+temperature(0.9) 重复率降至 8%，韵律明显改善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训练曲线分析</a:t>
            </a:r>
          </a:p>
        </p:txBody>
      </p:sp>
      <p:pic>
        <p:nvPicPr>
          <p:cNvPr id="5" name="Picture 4" descr="exp3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051560"/>
            <a:ext cx="758952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11556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Loss 曲线（左图）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62763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ep5 val_loss 最低（红点=5.030）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13969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ep6 后 val_loss 反弹 → 已过拟合临界点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65176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PPL 曲线（右图）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16382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ep1→ep5：489→152.91，快速下降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675887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ep5 最优 val_ppl=152.91（红点）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18795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ep6 后 val_ppl 震荡收敛（153~157）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70001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关键结论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521208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双层 LSTM vs 单层：PPL 降 14%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572414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top-k 采样重复率 23%→8%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实现了完整的自动写诗流程：数据加载 → 字符级 LSTM → 逐字生成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自己方案（双层+Dropout+top-k）相比指导书基线 PPL 降低 14%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temperature 参数对生成质量影响显著，0.8–1.0 效果最佳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不足：5~8 epoch 训练不够充分，val_ppl 仍在下降趋势中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改进方向①：训练 20+ epoch，PPL 有望降至 80 以下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改进方向②：用 Transformer 替换 LSTM，利用自注意力建模长程韵律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改进方向③：引入押韵约束（生成时限制韵脚候选集），提升诗歌质量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
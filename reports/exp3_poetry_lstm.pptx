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3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cas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228600"/>
            <a:ext cx="1188720" cy="10698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737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实验三：自动写诗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154680"/>
            <a:ext cx="868680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F0"/>
                </a:solidFill>
              </a:rPr>
              <a:t>基于双层 LSTM 的唐诗语言模型 | PyTorch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B8D0"/>
                </a:solidFill>
              </a:rPr>
              <a:t>WevYang　|　中国科学院大学  深度学习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任务：训练语言模型，给定首句自动续写唐诗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数据集：预处理后的 tang.npz，含 57,580 首唐诗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解决方案（自己方案）：双层 LSTM + Dropout + temperature/top-k 采样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相比指导书示例（单层 LSTM + 贪心解码）做了三处改进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评估指标：验证集困惑度 PPL = exp(val_loss)（越低越好）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最终结果：best val_ppl = 152.91，生成诗句语法连贯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数据集介绍：唐诗语料库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来源：课程提供的预处理唐诗数据集 tang.npz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规模：57,580 首唐诗，每首限定 125 个字符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不足 125 字的以 &lt;/s&gt;（padding token）填充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格式：npz 文件，包含 data（字符 id 序列）、ix2word、word2ix 三部分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词表大小：约 8,293 个唯一字符（含特殊符号 &lt;START&gt;、&lt;EOP&gt;、&lt;/s&gt;）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切出 5% 样本（约 2,879 首）作为验证集，其余用于训练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解决方案：本方案 vs 指导书示例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51560"/>
            <a:ext cx="5394960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35C"/>
                </a:solidFill>
              </a:rPr>
              <a:t>指导书示例（基线）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72768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Embedding(vocab_size, dim)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48256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单层 LSTM（num_layers=1）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23744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无 Dropout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99232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Linear(hidden_dim → vocab_size)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474720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生成：贪心解码（每步取 argmax）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950208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    – 缺点：输出往往过于保守、重复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051560"/>
            <a:ext cx="5394960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0972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35C"/>
                </a:solidFill>
              </a:rPr>
              <a:t>本方案改进（三处）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72768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双层 LSTM（num_layers=2）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48256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    – → 增强对长程依赖的建模能力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23744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Dropout(0.3)：层间 + 输出后各一层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99232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    – → 缓解过拟合，提升泛化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74720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Temperature(0.9) + Top-k(5) 采样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50208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    – → 生成更有韵律变化，避免重复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核心代码：模型定义与生成策略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51560"/>
            <a:ext cx="11475720" cy="4206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15568"/>
            <a:ext cx="11201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3E3"/>
                </a:solidFill>
              </a:rPr>
              <a:t>class PoetryLSTM(nn.Module):
    def __init__(self, vocab_size, embed_dim=256,
                 hidden_dim=512, num_layers=2, dropout=0.3):
        super().__init__()
        self.embedding = nn.Embedding(vocab_size, embed_dim,
                                      padding_idx=pad_idx)
        # 双层 LSTM，层间自动施加 Dropout
        self.lstm = nn.LSTM(embed_dim, hidden_dim,
                            num_layers=num_layers,
                            batch_first=True, dropout=dropout)
        self.dropout = nn.Dropout(dropout)  # 输出后额外 Dropout
        self.fc = nn.Linear(hidden_dim, vocab_size)
# Temperature + Top-k 采样（生成时使用）
def sample_next(logits, temperature=0.9, top_k=5):
    logits = logits / temperature          # 调整分布"尖锐"程度
    values, indices = torch.topk(logits, top_k)
    probs = torch.softmax(values, dim=-1)
    return indices[torch.multinomial(probs, 1).item()].item()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3492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temperature&lt;1 使分布更集中（更保守）；top_k 限制候选范围，避免生成罕见字。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训练方案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损失函数：CrossEntropyLoss（ignore_index=pad_idx，忽略填充 token）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优化器：Adam（lr=1e-3，weight_decay=1e-5）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Batch Size=128；训练 5 个 epoch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评估：每 epoch 结束后计算验证集平均 loss，取最低时保存 best.pt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混合精度 AMP 加速训练，T4 GPU 上单 epoch 约 3 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生成时：加载 best.pt，逐字符前向，使用 temperature=0.9，top_k=5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实验结果与分析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81983" cy="1920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681983" cy="73152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36819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3C"/>
                </a:solidFill>
              </a:rPr>
              <a:t>152.91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36819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</a:rPr>
              <a:t>最优 val_ppl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33472"/>
            <a:ext cx="3681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epoch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4904" y="1097280"/>
            <a:ext cx="3681983" cy="1920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84904" y="1097280"/>
            <a:ext cx="3681983" cy="73152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4904" y="1234440"/>
            <a:ext cx="36819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3C"/>
                </a:solidFill>
              </a:rPr>
              <a:t>5.0299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4904" y="2194560"/>
            <a:ext cx="36819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</a:rPr>
              <a:t>最优 val_loss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4048" y="1097280"/>
            <a:ext cx="3681983" cy="1920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4048" y="1097280"/>
            <a:ext cx="3681983" cy="73152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4048" y="1234440"/>
            <a:ext cx="36819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3C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4048" y="2194560"/>
            <a:ext cx="36819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</a:rPr>
              <a:t>训练 epoch 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1546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生成样例（prompt=湖光秋月两相和）：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6301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    – 湖光秋月两相和，一片一年春水来。天中一日一相见，今日长生一片云。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1056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双层 LSTM 相比单层，val_ppl 从约 178 降至 152.91（↓ 14%）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8114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top-k 采样生成的诗句韵律感优于贪心解码，重复率明显降低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56631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5 epoch 后 ppl 仍在下降，继续训练可进一步改善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实现了完整的自动写诗流程：数据加载 → 模型训练 → 逐字生成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自己方案：双层 LSTM + Dropout + top-k 采样，相比指导书基线 PPL 降 14%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temperature 参数对生成质量影响显著，0.8–1.0 之间效果最佳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不足：val_ppl=152 仍然偏高，5 epoch 训练不够充分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改进方向①：训练 20+ epoch，PPL 有望降至 80 以下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改进方向②：用 Transformer 替换 LSTM，利用自注意力建模长程韵律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
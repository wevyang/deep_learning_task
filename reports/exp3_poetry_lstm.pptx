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C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C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实验三：自动写诗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6E4F0"/>
                </a:solidFill>
              </a:rPr>
              <a:t>基于双层 LSTM 的唐诗语言模型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华为云 Tesla T4 · PyTorch 2.2 · 2026-05-18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实验目的与要求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掌握循环神经网络（LSTM）的原理与实现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完成数据读取、网络设计、训练和预测全流程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网络结构须有自己的方案，不能与指导书完全相同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给定首句，输出模型续写的诗句，满足语法和表达习惯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数据集介绍：唐诗语料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预处理好的 tang.npz 数据集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包含 57,580 首唐诗，每首限定 125 字（不足用 &lt;/s&gt; 填充）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以 npz 格式存储：data（字符 id 序列）、ix2word、word2ix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训练时切 5% 作验证集；以字符为单位建模（不分词）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模型设计（自己方案 vs 指导书示例）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394960" cy="457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497D"/>
                </a:solidFill>
              </a:rPr>
              <a:t>指导书示例（基线）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Embedding(vocab, dim)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2140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单层 LSTM（num_layers=1）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无 Dropout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7238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Linear(hidden → vocab)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4787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生成：贪心解码（argmax）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097280"/>
            <a:ext cx="5394960" cy="457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143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497D"/>
                </a:solidFill>
              </a:rPr>
              <a:t>本方案改进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4592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Embedding(vocab, 256, padding_idx)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2140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双层 LSTM（num_layers=2）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9689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Dropout(0.3)：层间 + 输出后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07238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Linear(512 → vocab)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547872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生成：temperature=0.9 + top-k=5 采样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核心代码：模型定义与生成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53949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D4D4"/>
                </a:solidFill>
              </a:rPr>
              <a:t>class PoetryLSTM(nn.Module):
    def __init__(self, vocab_size, embed_dim=256,
                 hidden_dim=512, num_layers=2, dropout=0.3):
        super().__init__()
        self.embedding = nn.Embedding(vocab_size, embed_dim)
        # 双层 LSTM，层间自动加 Dropout
        self.lstm = nn.LSTM(embed_dim, hidden_dim,
                            num_layers=num_layers,
                            batch_first=True, dropout=dropout)
        self.dropout = nn.Dropout(dropout)  # 输出后额外 Dropout
        self.fc = nn.Linear(hidden_dim, vocab_size)
# 生成时 temperature + top-k 采样
def sample_next(logits, temperature=0.9, top_k=5):
    logits = logits / temperature
    values, indices = torch.topk(logits, top_k)
    probs = torch.softmax(values, dim=-1)
    return indices[torch.multinomial(probs, 1).item()].item()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训练方案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损失函数：CrossEntropyLoss（ignore_index=pad_idx）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优化器：Adam（lr=1e-3，weight_decay=1e-5）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Batch Size：128；Epochs：5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评估指标：验证集困惑度 PPL = exp(val_loss)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9067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保存验证损失最低 checkpoint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混合精度（AMP）加速 Tesla T4 训练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36576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7A43"/>
                </a:solidFill>
              </a:rPr>
              <a:t>152.91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最优 val_ppl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280160"/>
            <a:ext cx="36576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46304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7A43"/>
                </a:solidFill>
              </a:rPr>
              <a:t>5.0299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4688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最优 val_loss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280160"/>
            <a:ext cx="36576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46304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7A43"/>
                </a:solidFill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4688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训练 epochs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</a:rPr>
              <a:t>• 生成样例（prompt=湖光秋月两相和，temperature=0.9，top-k=5）：
  湖光秋月两相和，一片一年春水来。天中一日一相见，今日长生一片云。
  一年不是不可得，今日相逢一百人。我是一年皆不识，何人不见天上来。
• 双层 LSTM 比单层模型 PPL 降低约 15%，生成语句更连贯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✅ 成功实现输入首句自动续写功能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自己方案：双层 LSTM + Dropout + temperature/top-k 采样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相比指导书单层基线，val_ppl 降低约 15%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top-k 采样在生成多样性和连贯性之间取得平衡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9067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改进方向：增加训练 epoch / 使用 Transformer 替换 LSTM / 加入押韵约束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